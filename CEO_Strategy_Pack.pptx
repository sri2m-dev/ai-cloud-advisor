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Cloud &amp; Digital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Acme Corp</a:t>
            </a:r>
          </a:p>
          <a:p>
            <a:r>
              <a:t>CEO Strategy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Narrative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cloud expenditure presents a significant optimization opportunity of ₹1,861,548 annually. Redirecting these savings can fund innovation initiatives, enhance customer experience, and improve operational resilience.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Improved customer experience through reliable digital platforms</a:t>
            </a:r>
          </a:p>
          <a:p>
            <a:r>
              <a:t>• Increased operational efficiency via automation</a:t>
            </a:r>
          </a:p>
          <a:p>
            <a:r>
              <a:t>• Faster innovation cycles</a:t>
            </a:r>
          </a:p>
          <a:p>
            <a:r>
              <a:t>• Enhanced financial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of Inaction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Rising operational costs</a:t>
            </a:r>
          </a:p>
          <a:p>
            <a:r>
              <a:t>• Reduced competitiveness</a:t>
            </a:r>
          </a:p>
          <a:p>
            <a:r>
              <a:t>• Slower innovation</a:t>
            </a:r>
          </a:p>
          <a:p>
            <a:r>
              <a:t>• Increased dependency on legacy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Creation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Cloud Spend: ₹10,341,936</a:t>
            </a:r>
          </a:p>
          <a:p>
            <a:r>
              <a:t>Optimization Potential: ₹1,861,548</a:t>
            </a:r>
          </a:p>
          <a:p>
            <a:r>
              <a:t>Reinvestment into innovation and modernization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time to market</a:t>
            </a:r>
          </a:p>
          <a:p>
            <a:r>
              <a:t>• Scalable digital capabilities</a:t>
            </a:r>
          </a:p>
          <a:p>
            <a:r>
              <a:t>• Data-driven decision making</a:t>
            </a:r>
          </a:p>
          <a:p>
            <a:r>
              <a:t>• AI-enabled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Stabilize &amp; Optimize</a:t>
            </a:r>
          </a:p>
          <a:p>
            <a:r>
              <a:t>Phase 2: Modernize &amp; Automate</a:t>
            </a:r>
          </a:p>
          <a:p>
            <a:r>
              <a:t>Phase 3: Innovate &amp; Transform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Maturity: 61.79968624830012/100</a:t>
            </a:r>
          </a:p>
          <a:p>
            <a:r>
              <a:t>Transformation Readiness: 55.61971762347011/100</a:t>
            </a:r>
          </a:p>
          <a:p>
            <a:r>
              <a:t>Investment required to unlock long-term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