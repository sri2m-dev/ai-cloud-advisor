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Cloud Transformation Board Pack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Acme Corp</a:t>
            </a:r>
          </a:p>
          <a:p>
            <a:r>
              <a:t>Partner Executive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Annual Cloud Spend: ₹10,341,936</a:t>
            </a:r>
          </a:p>
          <a:p>
            <a:r>
              <a:t>• Optimization Potential: ₹1,861,548 annually</a:t>
            </a:r>
          </a:p>
          <a:p>
            <a:r>
              <a:t>• Primary Cost Driver: Relational Database Service</a:t>
            </a:r>
          </a:p>
          <a:p>
            <a:r>
              <a:t>• Immediate action can deliver ROI within 12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Spend</a:t>
            </a:r>
          </a:p>
          <a:p>
            <a:pPr>
              <a:defRPr sz="2000" b="1"/>
            </a:pPr>
            <a:r>
              <a:t>₹861,828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0972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Savings Potential</a:t>
            </a:r>
          </a:p>
          <a:p>
            <a:pPr>
              <a:defRPr sz="2000" b="1"/>
            </a:pPr>
            <a:r>
              <a:t>₹155,129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0972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Cloud Maturity</a:t>
            </a:r>
          </a:p>
          <a:p>
            <a:pPr>
              <a:defRPr sz="2000" b="1"/>
            </a:pPr>
            <a:r>
              <a:t>61.79968624830012/100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59" y="1097280"/>
            <a:ext cx="2011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Transformation Readiness</a:t>
            </a:r>
          </a:p>
          <a:p>
            <a:pPr>
              <a:defRPr sz="2000" b="1"/>
            </a:pPr>
            <a:r>
              <a:t>55.61971762347011/100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Cost Insights</a:t>
            </a:r>
          </a:p>
        </p:txBody>
      </p:sp>
      <p:pic>
        <p:nvPicPr>
          <p:cNvPr id="4" name="Picture 3" descr="cos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66931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&amp; Benchmark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dependency on key services increases financial risk</a:t>
            </a:r>
          </a:p>
          <a:p>
            <a:r>
              <a:t>• Spend concentration exceeds typical benchmarks</a:t>
            </a:r>
          </a:p>
          <a:p>
            <a:r>
              <a:t>• Governance improvements recommended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 Actions (Next 90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Optimize high-cost services</a:t>
            </a:r>
          </a:p>
          <a:p>
            <a:r>
              <a:t>2. Implement Savings Plans / Reserved Instances</a:t>
            </a:r>
          </a:p>
          <a:p>
            <a:r>
              <a:t>3. Remove idle resources</a:t>
            </a:r>
          </a:p>
          <a:p>
            <a:r>
              <a:t>4. Establish FinOps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&amp; ROI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Projected Annual Spend: ₹10,341,936</a:t>
            </a:r>
          </a:p>
          <a:p>
            <a:r>
              <a:t>Potential Annual Savings: ₹1,861,548</a:t>
            </a:r>
          </a:p>
          <a:p>
            <a:r>
              <a:t>ROI Timeline: &lt; 12 months</a:t>
            </a:r>
          </a:p>
          <a:p>
            <a:r>
              <a:t>Savings can fund modernization initiatives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Stabilize &amp; Optimize (0–6 months)</a:t>
            </a:r>
          </a:p>
          <a:p>
            <a:r>
              <a:t>Phase 2: Modernize &amp; Automate (6–18 months)</a:t>
            </a:r>
          </a:p>
          <a:p>
            <a:r>
              <a:t>Phase 3: Innovate &amp; Transform (18+ months)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