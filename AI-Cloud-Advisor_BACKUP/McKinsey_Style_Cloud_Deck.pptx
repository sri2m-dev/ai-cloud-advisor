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Cost &amp; Transformation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spend is concentrated in Relational Database Service, creating a ₹1,861,548 annual optimization opportunity achievable within 12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Cloud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Spend: ₹861,828</a:t>
            </a:r>
          </a:p>
          <a:p>
            <a:r>
              <a:t>Cloud Maturity: 61.79968624830012/100</a:t>
            </a:r>
          </a:p>
          <a:p>
            <a:r>
              <a:t>Transformation Readiness: 55.61971762347011/100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Cost &amp; Governance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concentration in limited services</a:t>
            </a:r>
          </a:p>
          <a:p>
            <a:r>
              <a:t>• Potential overprovisioning</a:t>
            </a:r>
          </a:p>
          <a:p>
            <a:r>
              <a:t>• Governance improvements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Optimize high-cost services</a:t>
            </a:r>
          </a:p>
          <a:p>
            <a:r>
              <a:t>2. Implement Savings Plans</a:t>
            </a:r>
          </a:p>
          <a:p>
            <a:r>
              <a:t>3. Remove idle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Annual Spend: ₹10,341,936</a:t>
            </a:r>
          </a:p>
          <a:p>
            <a:r>
              <a:t>Potential Annual Savings: ₹1,861,548</a:t>
            </a:r>
          </a:p>
          <a:p>
            <a:r>
              <a:t>ROI Timeline: &lt; 12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Stabilize &amp; Optimize</a:t>
            </a:r>
          </a:p>
          <a:p>
            <a:r>
              <a:t>Phase 2: Modernize &amp; Automate</a:t>
            </a:r>
          </a:p>
          <a:p>
            <a:r>
              <a:t>Phase 3: Innovate &amp; Transform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