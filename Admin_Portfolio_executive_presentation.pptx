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Executive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Client: Admin Portfolio</a:t>
            </a:r>
          </a:p>
          <a:p>
            <a:r>
              <a:t>Date: 2026-03-19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Cloud Spend: ₹29,202</a:t>
            </a:r>
          </a:p>
          <a:p>
            <a:r>
              <a:t>• Estimated Savings: ₹15,650 (53.6%)</a:t>
            </a:r>
          </a:p>
          <a:p>
            <a:r>
              <a:t>• Cloud Maturity: 81/100</a:t>
            </a:r>
          </a:p>
          <a:p>
            <a:r>
              <a:t>• Transformation Readiness: 89/100</a:t>
            </a:r>
          </a:p>
          <a:p>
            <a:r>
              <a:t>• Focus: Cost optimization and modernization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Distribution</a:t>
            </a:r>
          </a:p>
        </p:txBody>
      </p:sp>
      <p:pic>
        <p:nvPicPr>
          <p:cNvPr id="3" name="Picture 2" descr="co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Metrics:</a:t>
            </a:r>
          </a:p>
          <a:p>
            <a:r>
              <a:t>• Monthly Spend: ₹29,202</a:t>
            </a:r>
          </a:p>
          <a:p>
            <a:r>
              <a:t>• Annual Run Rate: ₹350,430</a:t>
            </a:r>
          </a:p>
          <a:p>
            <a:r>
              <a:t>• Savings Opportunity: ₹15,650</a:t>
            </a:r>
          </a:p>
          <a:p/>
          <a:p>
            <a:r>
              <a:t>Organizational Metrics:</a:t>
            </a:r>
          </a:p>
          <a:p>
            <a:r>
              <a:t>• Cloud Maturity Score: 81/100</a:t>
            </a:r>
          </a:p>
          <a:p>
            <a:r>
              <a:t>• Transformation Readiness: 89/100</a:t>
            </a:r>
          </a:p>
          <a:p>
            <a:r>
              <a:t>• Optimization Priority: High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pic>
        <p:nvPicPr>
          <p:cNvPr id="3" name="Picture 2" descr="executiv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(0-30 Days):</a:t>
            </a:r>
          </a:p>
          <a:p>
            <a:r>
              <a:t>• Identify and remove idle resources</a:t>
            </a:r>
          </a:p>
          <a:p>
            <a:r>
              <a:t>• Implement cost monitoring alerts</a:t>
            </a:r>
          </a:p>
          <a:p>
            <a:r>
              <a:t>• Rightsize over-provisioned instances</a:t>
            </a:r>
          </a:p>
          <a:p/>
          <a:p>
            <a:r>
              <a:t>Short-term Initiatives (1-3 Months):</a:t>
            </a:r>
          </a:p>
          <a:p>
            <a:r>
              <a:t>• Implement Reserved Instances/Savings Plans</a:t>
            </a:r>
          </a:p>
          <a:p>
            <a:r>
              <a:t>• Optimize storage lifecycle policies</a:t>
            </a:r>
          </a:p>
          <a:p>
            <a:r>
              <a:t>• Establish FinOps governance</a:t>
            </a:r>
          </a:p>
          <a:p/>
          <a:p>
            <a:r>
              <a:t>Long-term Strategy (3-12 Months):</a:t>
            </a:r>
          </a:p>
          <a:p>
            <a:r>
              <a:t>• Modernize legacy workloads</a:t>
            </a:r>
          </a:p>
          <a:p>
            <a:r>
              <a:t>• Adopt cloud-native architectures</a:t>
            </a:r>
          </a:p>
          <a:p>
            <a:r>
              <a:t>• Implement continuous optimization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